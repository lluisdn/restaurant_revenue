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ca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D6E8E-11F6-4E76-9AB8-E7A2BB5634A4}" type="datetimeFigureOut">
              <a:rPr lang="en-AU" smtClean="0"/>
              <a:t>15/09/2026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48AD8-DE47-4D41-81BE-9F73AD7CCABA}" type="slidenum">
              <a:rPr lang="en-AU" smtClean="0"/>
              <a:t>‹Nº›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4167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D6E8E-11F6-4E76-9AB8-E7A2BB5634A4}" type="datetimeFigureOut">
              <a:rPr lang="en-AU" smtClean="0"/>
              <a:t>15/09/2026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48AD8-DE47-4D41-81BE-9F73AD7CCABA}" type="slidenum">
              <a:rPr lang="en-AU" smtClean="0"/>
              <a:t>‹Nº›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9108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D6E8E-11F6-4E76-9AB8-E7A2BB5634A4}" type="datetimeFigureOut">
              <a:rPr lang="en-AU" smtClean="0"/>
              <a:t>15/09/2026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48AD8-DE47-4D41-81BE-9F73AD7CCABA}" type="slidenum">
              <a:rPr lang="en-AU" smtClean="0"/>
              <a:t>‹Nº›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2237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D6E8E-11F6-4E76-9AB8-E7A2BB5634A4}" type="datetimeFigureOut">
              <a:rPr lang="en-AU" smtClean="0"/>
              <a:t>15/09/2026</a:t>
            </a:fld>
            <a:endParaRPr lang="en-A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48AD8-DE47-4D41-81BE-9F73AD7CCABA}" type="slidenum">
              <a:rPr lang="en-AU" smtClean="0"/>
              <a:t>‹Nº›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2552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D6E8E-11F6-4E76-9AB8-E7A2BB5634A4}" type="datetimeFigureOut">
              <a:rPr lang="en-AU" smtClean="0"/>
              <a:t>15/09/2026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48AD8-DE47-4D41-81BE-9F73AD7CCABA}" type="slidenum">
              <a:rPr lang="en-AU" smtClean="0"/>
              <a:t>‹Nº›</a:t>
            </a:fld>
            <a:endParaRPr lang="en-A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713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D6E8E-11F6-4E76-9AB8-E7A2BB5634A4}" type="datetimeFigureOut">
              <a:rPr lang="en-AU" smtClean="0"/>
              <a:t>15/09/2026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48AD8-DE47-4D41-81BE-9F73AD7CCABA}" type="slidenum">
              <a:rPr lang="en-AU" smtClean="0"/>
              <a:t>‹Nº›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1840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D6E8E-11F6-4E76-9AB8-E7A2BB5634A4}" type="datetimeFigureOut">
              <a:rPr lang="en-AU" smtClean="0"/>
              <a:t>15/09/2026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48AD8-DE47-4D41-81BE-9F73AD7CCABA}" type="slidenum">
              <a:rPr lang="en-AU" smtClean="0"/>
              <a:t>‹Nº›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8765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D6E8E-11F6-4E76-9AB8-E7A2BB5634A4}" type="datetimeFigureOut">
              <a:rPr lang="en-AU" smtClean="0"/>
              <a:t>15/09/2026</a:t>
            </a:fld>
            <a:endParaRPr lang="en-A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A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48AD8-DE47-4D41-81BE-9F73AD7CCABA}" type="slidenum">
              <a:rPr lang="en-AU" smtClean="0"/>
              <a:t>‹Nº›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5146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E4BD6E8E-11F6-4E76-9AB8-E7A2BB5634A4}" type="datetimeFigureOut">
              <a:rPr lang="en-AU" smtClean="0"/>
              <a:t>15/09/2026</a:t>
            </a:fld>
            <a:endParaRPr lang="en-A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A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48AD8-DE47-4D41-81BE-9F73AD7CCABA}" type="slidenum">
              <a:rPr lang="en-AU" smtClean="0"/>
              <a:t>‹Nº›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9973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D6E8E-11F6-4E76-9AB8-E7A2BB5634A4}" type="datetimeFigureOut">
              <a:rPr lang="en-AU" smtClean="0"/>
              <a:t>15/09/2026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48AD8-DE47-4D41-81BE-9F73AD7CCABA}" type="slidenum">
              <a:rPr lang="en-AU" smtClean="0"/>
              <a:t>‹Nº›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1806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D6E8E-11F6-4E76-9AB8-E7A2BB5634A4}" type="datetimeFigureOut">
              <a:rPr lang="en-AU" smtClean="0"/>
              <a:t>15/09/2026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48AD8-DE47-4D41-81BE-9F73AD7CCABA}" type="slidenum">
              <a:rPr lang="en-AU" smtClean="0"/>
              <a:t>‹Nº›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9968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E4BD6E8E-11F6-4E76-9AB8-E7A2BB5634A4}" type="datetimeFigureOut">
              <a:rPr lang="en-AU" smtClean="0"/>
              <a:t>15/09/2026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D2348AD8-DE47-4D41-81BE-9F73AD7CCABA}" type="slidenum">
              <a:rPr lang="en-AU" smtClean="0"/>
              <a:t>‹Nº›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6582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b="1" dirty="0" smtClean="0"/>
              <a:t>Restaurant revenue</a:t>
            </a:r>
            <a:endParaRPr lang="en-AU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9950244" y="6105832"/>
            <a:ext cx="1886637" cy="462116"/>
          </a:xfrm>
        </p:spPr>
        <p:txBody>
          <a:bodyPr>
            <a:normAutofit/>
          </a:bodyPr>
          <a:lstStyle/>
          <a:p>
            <a:r>
              <a:rPr lang="en-AU" sz="1800" dirty="0" err="1" smtClean="0">
                <a:solidFill>
                  <a:schemeClr val="bg1"/>
                </a:solidFill>
              </a:rPr>
              <a:t>Lluís</a:t>
            </a:r>
            <a:r>
              <a:rPr lang="en-AU" sz="1800" dirty="0" smtClean="0">
                <a:solidFill>
                  <a:schemeClr val="bg1"/>
                </a:solidFill>
              </a:rPr>
              <a:t> </a:t>
            </a:r>
            <a:r>
              <a:rPr lang="en-AU" sz="1800" dirty="0" err="1" smtClean="0">
                <a:solidFill>
                  <a:schemeClr val="bg1"/>
                </a:solidFill>
              </a:rPr>
              <a:t>Deixt</a:t>
            </a:r>
            <a:endParaRPr lang="en-AU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1292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31134" y="292776"/>
            <a:ext cx="7729728" cy="1188720"/>
          </a:xfrm>
        </p:spPr>
        <p:txBody>
          <a:bodyPr/>
          <a:lstStyle/>
          <a:p>
            <a:r>
              <a:rPr lang="en-AU" dirty="0" err="1" smtClean="0"/>
              <a:t>Problema</a:t>
            </a:r>
            <a:endParaRPr lang="en-AU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675601" y="1825625"/>
            <a:ext cx="6840794" cy="2303923"/>
          </a:xfrm>
        </p:spPr>
        <p:txBody>
          <a:bodyPr/>
          <a:lstStyle/>
          <a:p>
            <a:r>
              <a:rPr lang="en-AU" dirty="0" smtClean="0"/>
              <a:t>Train: 137 </a:t>
            </a:r>
            <a:r>
              <a:rPr lang="en-AU" dirty="0" err="1" smtClean="0"/>
              <a:t>registres</a:t>
            </a:r>
            <a:endParaRPr lang="en-AU" dirty="0" smtClean="0"/>
          </a:p>
          <a:p>
            <a:r>
              <a:rPr lang="en-AU" dirty="0" smtClean="0"/>
              <a:t>P0 – P37: Cap context de les </a:t>
            </a:r>
            <a:r>
              <a:rPr lang="en-AU" dirty="0" err="1" smtClean="0"/>
              <a:t>dades</a:t>
            </a:r>
            <a:endParaRPr lang="en-AU" dirty="0" smtClean="0"/>
          </a:p>
          <a:p>
            <a:r>
              <a:rPr lang="en-AU" dirty="0" err="1" smtClean="0"/>
              <a:t>Informació</a:t>
            </a:r>
            <a:r>
              <a:rPr lang="en-AU" dirty="0" smtClean="0"/>
              <a:t> </a:t>
            </a:r>
            <a:r>
              <a:rPr lang="en-AU" dirty="0" err="1" smtClean="0"/>
              <a:t>coneguda</a:t>
            </a:r>
            <a:r>
              <a:rPr lang="en-AU" dirty="0" smtClean="0"/>
              <a:t>: Ciutat, data </a:t>
            </a:r>
            <a:r>
              <a:rPr lang="en-AU" dirty="0" err="1" smtClean="0"/>
              <a:t>d’obertura</a:t>
            </a:r>
            <a:r>
              <a:rPr lang="en-AU" dirty="0"/>
              <a:t> </a:t>
            </a:r>
            <a:r>
              <a:rPr lang="en-AU" dirty="0" err="1" smtClean="0"/>
              <a:t>i</a:t>
            </a:r>
            <a:r>
              <a:rPr lang="en-AU" dirty="0" smtClean="0"/>
              <a:t> </a:t>
            </a:r>
            <a:r>
              <a:rPr lang="en-AU" dirty="0" err="1" smtClean="0"/>
              <a:t>tipus</a:t>
            </a:r>
            <a:r>
              <a:rPr lang="en-AU" dirty="0" smtClean="0"/>
              <a:t> de restaurant</a:t>
            </a:r>
          </a:p>
          <a:p>
            <a:r>
              <a:rPr lang="en-AU" dirty="0" smtClean="0"/>
              <a:t>Target: Revenue</a:t>
            </a:r>
          </a:p>
          <a:p>
            <a:r>
              <a:rPr lang="en-AU" dirty="0" err="1" smtClean="0"/>
              <a:t>Mètrica</a:t>
            </a:r>
            <a:r>
              <a:rPr lang="en-AU" dirty="0" smtClean="0"/>
              <a:t>: RMSE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1715727" y="4817807"/>
            <a:ext cx="87605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2800" b="1" dirty="0" smtClean="0">
                <a:solidFill>
                  <a:srgbClr val="FFC000"/>
                </a:solidFill>
              </a:rPr>
              <a:t>Estratègia: Entendre les dades a través de models.</a:t>
            </a:r>
            <a:endParaRPr lang="ca-ES" sz="2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729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31136" y="473079"/>
            <a:ext cx="7729728" cy="1188720"/>
          </a:xfrm>
        </p:spPr>
        <p:txBody>
          <a:bodyPr/>
          <a:lstStyle/>
          <a:p>
            <a:r>
              <a:rPr lang="ca-ES" dirty="0" smtClean="0"/>
              <a:t>Anàlisis </a:t>
            </a:r>
            <a:endParaRPr lang="ca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954200" y="1959619"/>
            <a:ext cx="6283599" cy="3101983"/>
          </a:xfrm>
        </p:spPr>
        <p:txBody>
          <a:bodyPr/>
          <a:lstStyle/>
          <a:p>
            <a:r>
              <a:rPr lang="ca-ES" dirty="0" smtClean="0"/>
              <a:t>Variables que presenten molts 0</a:t>
            </a:r>
          </a:p>
          <a:p>
            <a:r>
              <a:rPr lang="ca-ES" dirty="0" err="1" smtClean="0"/>
              <a:t>Encoding</a:t>
            </a:r>
            <a:r>
              <a:rPr lang="ca-ES" dirty="0" smtClean="0"/>
              <a:t> de la variable “</a:t>
            </a:r>
            <a:r>
              <a:rPr lang="ca-ES" dirty="0" err="1" smtClean="0"/>
              <a:t>city</a:t>
            </a:r>
            <a:r>
              <a:rPr lang="ca-ES" dirty="0" smtClean="0"/>
              <a:t>”</a:t>
            </a:r>
          </a:p>
          <a:p>
            <a:r>
              <a:rPr lang="ca-ES" dirty="0" err="1" smtClean="0"/>
              <a:t>Revenue</a:t>
            </a:r>
            <a:r>
              <a:rPr lang="ca-ES" dirty="0" smtClean="0"/>
              <a:t> a patit una transformació</a:t>
            </a:r>
          </a:p>
          <a:p>
            <a:r>
              <a:rPr lang="ca-ES" dirty="0" smtClean="0"/>
              <a:t>Alguns tipus de locals no presenten dades al </a:t>
            </a:r>
            <a:r>
              <a:rPr lang="ca-ES" dirty="0" err="1" smtClean="0"/>
              <a:t>train</a:t>
            </a:r>
            <a:endParaRPr lang="ca-ES" dirty="0" smtClean="0"/>
          </a:p>
          <a:p>
            <a:r>
              <a:rPr lang="ca-ES" dirty="0" smtClean="0"/>
              <a:t>É</a:t>
            </a:r>
            <a:r>
              <a:rPr lang="ca-ES" dirty="0" smtClean="0"/>
              <a:t>s </a:t>
            </a:r>
            <a:r>
              <a:rPr lang="ca-ES" dirty="0" smtClean="0"/>
              <a:t>important el temps que porta un local obert?</a:t>
            </a:r>
          </a:p>
          <a:p>
            <a:r>
              <a:rPr lang="ca-ES" dirty="0" smtClean="0"/>
              <a:t>Detecció d’un </a:t>
            </a:r>
            <a:r>
              <a:rPr lang="ca-ES" dirty="0" err="1" smtClean="0"/>
              <a:t>outlier</a:t>
            </a:r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248990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31136" y="334797"/>
            <a:ext cx="7729728" cy="1188720"/>
          </a:xfrm>
        </p:spPr>
        <p:txBody>
          <a:bodyPr/>
          <a:lstStyle/>
          <a:p>
            <a:r>
              <a:rPr lang="ca-ES" dirty="0" err="1" smtClean="0"/>
              <a:t>Outlier</a:t>
            </a:r>
            <a:endParaRPr lang="ca-ES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59127"/>
            <a:ext cx="10515600" cy="131761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3167" y="3512354"/>
            <a:ext cx="6385666" cy="3168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913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31136" y="374756"/>
            <a:ext cx="7729728" cy="1188720"/>
          </a:xfrm>
        </p:spPr>
        <p:txBody>
          <a:bodyPr/>
          <a:lstStyle/>
          <a:p>
            <a:r>
              <a:rPr lang="ca-ES" dirty="0" smtClean="0"/>
              <a:t>Model FIT</a:t>
            </a:r>
            <a:endParaRPr lang="ca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06439" y="2077604"/>
            <a:ext cx="7729728" cy="3101983"/>
          </a:xfrm>
        </p:spPr>
        <p:txBody>
          <a:bodyPr/>
          <a:lstStyle/>
          <a:p>
            <a:r>
              <a:rPr lang="ca-ES" dirty="0" err="1" smtClean="0"/>
              <a:t>XGBoost</a:t>
            </a:r>
            <a:r>
              <a:rPr lang="ca-ES" dirty="0" smtClean="0"/>
              <a:t> / ¿</a:t>
            </a:r>
            <a:r>
              <a:rPr lang="ca-ES" dirty="0" err="1" smtClean="0"/>
              <a:t>Catboost</a:t>
            </a:r>
            <a:r>
              <a:rPr lang="ca-ES" dirty="0" smtClean="0"/>
              <a:t>?</a:t>
            </a:r>
            <a:endParaRPr lang="ca-ES" dirty="0" smtClean="0"/>
          </a:p>
          <a:p>
            <a:r>
              <a:rPr lang="ca-ES" dirty="0" err="1" smtClean="0"/>
              <a:t>Encoding</a:t>
            </a:r>
            <a:r>
              <a:rPr lang="ca-ES" dirty="0" smtClean="0"/>
              <a:t> de diverses variables: </a:t>
            </a:r>
            <a:r>
              <a:rPr lang="ca-ES" dirty="0" err="1" smtClean="0"/>
              <a:t>City_Encoded</a:t>
            </a:r>
            <a:r>
              <a:rPr lang="ca-ES" dirty="0"/>
              <a:t> </a:t>
            </a:r>
            <a:r>
              <a:rPr lang="ca-ES" dirty="0" smtClean="0"/>
              <a:t>i </a:t>
            </a:r>
            <a:r>
              <a:rPr lang="ca-ES" dirty="0" err="1" smtClean="0"/>
              <a:t>Type_encoded</a:t>
            </a:r>
            <a:endParaRPr lang="ca-ES" dirty="0" smtClean="0"/>
          </a:p>
          <a:p>
            <a:r>
              <a:rPr lang="ca-ES" dirty="0" smtClean="0"/>
              <a:t>Creació de la variable: </a:t>
            </a:r>
            <a:r>
              <a:rPr lang="ca-ES" dirty="0" err="1" smtClean="0"/>
              <a:t>Days_open</a:t>
            </a:r>
            <a:endParaRPr lang="ca-ES" dirty="0" smtClean="0"/>
          </a:p>
          <a:p>
            <a:r>
              <a:rPr lang="ca-ES" dirty="0" smtClean="0"/>
              <a:t>Mètode: Cross </a:t>
            </a:r>
            <a:r>
              <a:rPr lang="ca-ES" dirty="0" err="1" smtClean="0"/>
              <a:t>validation</a:t>
            </a:r>
            <a:endParaRPr lang="ca-ES" dirty="0" smtClean="0"/>
          </a:p>
          <a:p>
            <a:r>
              <a:rPr lang="ca-ES" dirty="0" smtClean="0"/>
              <a:t>Control del </a:t>
            </a:r>
            <a:r>
              <a:rPr lang="ca-ES" dirty="0" err="1" smtClean="0"/>
              <a:t>overfitting</a:t>
            </a:r>
            <a:r>
              <a:rPr lang="ca-ES" dirty="0" smtClean="0"/>
              <a:t>: Reducció del nombre de variables</a:t>
            </a:r>
          </a:p>
          <a:p>
            <a:r>
              <a:rPr lang="ca-ES" dirty="0" smtClean="0"/>
              <a:t>Selecció </a:t>
            </a:r>
            <a:r>
              <a:rPr lang="ca-ES" dirty="0" err="1" smtClean="0"/>
              <a:t>d’hiperparametres</a:t>
            </a:r>
            <a:endParaRPr lang="ca-ES" dirty="0" smtClean="0"/>
          </a:p>
          <a:p>
            <a:r>
              <a:rPr lang="ca-ES" dirty="0" smtClean="0"/>
              <a:t>RMSE</a:t>
            </a:r>
            <a:endParaRPr lang="ca-ES" dirty="0" smtClean="0"/>
          </a:p>
          <a:p>
            <a:endParaRPr lang="ca-ES" dirty="0" smtClean="0"/>
          </a:p>
          <a:p>
            <a:endParaRPr lang="ca-ES" dirty="0" smtClean="0"/>
          </a:p>
          <a:p>
            <a:endParaRPr lang="ca-ES" dirty="0" smtClean="0"/>
          </a:p>
          <a:p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253488097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TM10001115[[fn=Paquete]]</Template>
  <TotalTime>236</TotalTime>
  <Words>123</Words>
  <Application>Microsoft Office PowerPoint</Application>
  <PresentationFormat>Panorámica</PresentationFormat>
  <Paragraphs>27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Gill Sans MT</vt:lpstr>
      <vt:lpstr>Parcel</vt:lpstr>
      <vt:lpstr>Restaurant revenue</vt:lpstr>
      <vt:lpstr>Problema</vt:lpstr>
      <vt:lpstr>Anàlisis </vt:lpstr>
      <vt:lpstr>Outlier</vt:lpstr>
      <vt:lpstr>Model FIT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Restaurant revenue</dc:title>
  <dc:creator>lluis</dc:creator>
  <cp:lastModifiedBy>lluis</cp:lastModifiedBy>
  <cp:revision>10</cp:revision>
  <dcterms:created xsi:type="dcterms:W3CDTF">2026-09-14T19:27:57Z</dcterms:created>
  <dcterms:modified xsi:type="dcterms:W3CDTF">2026-09-15T18:28:22Z</dcterms:modified>
</cp:coreProperties>
</file>